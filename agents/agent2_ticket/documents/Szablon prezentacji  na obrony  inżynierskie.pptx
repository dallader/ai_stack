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6" r:id="rId4"/>
  </p:sldMasterIdLst>
  <p:notesMasterIdLst>
    <p:notesMasterId r:id="rId11"/>
  </p:notesMasterIdLst>
  <p:sldIdLst>
    <p:sldId id="291" r:id="rId5"/>
    <p:sldId id="292" r:id="rId6"/>
    <p:sldId id="293" r:id="rId7"/>
    <p:sldId id="294" r:id="rId8"/>
    <p:sldId id="295" r:id="rId9"/>
    <p:sldId id="296" r:id="rId10"/>
  </p:sldIdLst>
  <p:sldSz cx="24384000" cy="13716000"/>
  <p:notesSz cx="20104100" cy="1130935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00503000000020004" pitchFamily="2" charset="0"/>
      <p:regular r:id="rId16"/>
      <p:bold r:id="rId17"/>
    </p:embeddedFont>
    <p:embeddedFont>
      <p:font typeface="Inter Black" panose="02000503000000020004" pitchFamily="2" charset="0"/>
      <p:bold r:id="rId18"/>
    </p:embeddedFont>
    <p:embeddedFont>
      <p:font typeface="Inter Medium" panose="02000503000000020004" pitchFamily="2" charset="0"/>
      <p:regular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3493" userDrawn="1">
          <p15:clr>
            <a:srgbClr val="A4A3A4"/>
          </p15:clr>
        </p15:guide>
        <p15:guide id="2" pos="2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66"/>
    <a:srgbClr val="FFA500"/>
    <a:srgbClr val="AEDE78"/>
    <a:srgbClr val="9EEEBE"/>
    <a:srgbClr val="80B7FF"/>
    <a:srgbClr val="FFCA82"/>
    <a:srgbClr val="D3F2FF"/>
    <a:srgbClr val="8C8C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 jasny 2 — Ak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 autoAdjust="0"/>
    <p:restoredTop sz="96197"/>
  </p:normalViewPr>
  <p:slideViewPr>
    <p:cSldViewPr>
      <p:cViewPr varScale="1">
        <p:scale>
          <a:sx n="56" d="100"/>
          <a:sy n="56" d="100"/>
        </p:scale>
        <p:origin x="1002" y="96"/>
      </p:cViewPr>
      <p:guideLst>
        <p:guide orient="horz" pos="3493"/>
        <p:guide pos="2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D2CF2-A822-444B-9167-91A166833C43}" type="datetimeFigureOut">
              <a:rPr lang="pl-PL" smtClean="0"/>
              <a:t>04.01.2024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230EF-EE7A-45A4-870B-3D4ADAF1A4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882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rzekładka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 userDrawn="1"/>
        </p:nvSpPr>
        <p:spPr>
          <a:xfrm>
            <a:off x="0" y="4932000"/>
            <a:ext cx="24382800" cy="8784000"/>
          </a:xfrm>
          <a:prstGeom prst="rect">
            <a:avLst/>
          </a:prstGeom>
          <a:solidFill>
            <a:srgbClr val="D3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000" y="6145200"/>
            <a:ext cx="21849600" cy="3625608"/>
          </a:xfrm>
          <a:prstGeom prst="rect">
            <a:avLst/>
          </a:prstGeom>
        </p:spPr>
        <p:txBody>
          <a:bodyPr/>
          <a:lstStyle>
            <a:lvl1pPr algn="l">
              <a:lnSpc>
                <a:spcPct val="95000"/>
              </a:lnSpc>
              <a:defRPr sz="1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Nowe layouty</a:t>
            </a:r>
            <a:br>
              <a:rPr lang="pl-PL" dirty="0"/>
            </a:br>
            <a:r>
              <a:rPr lang="pl-PL" dirty="0"/>
              <a:t>i strony internetowe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0000" y="10908000"/>
            <a:ext cx="9601200" cy="1503938"/>
          </a:xfrm>
          <a:prstGeom prst="rect">
            <a:avLst/>
          </a:prstGeom>
        </p:spPr>
        <p:txBody>
          <a:bodyPr/>
          <a:lstStyle>
            <a:lvl1pPr algn="l">
              <a:lnSpc>
                <a:spcPct val="110000"/>
              </a:lnSpc>
              <a:defRPr sz="460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2pPr>
            <a:lvl3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3pPr>
            <a:lvl4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4pPr>
            <a:lvl5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Imię i Nazwisko, Imię i Nazwisko </a:t>
            </a:r>
            <a:br>
              <a:rPr lang="pl-PL" dirty="0"/>
            </a:br>
            <a:r>
              <a:rPr lang="pl-PL" dirty="0"/>
              <a:t>Miasto, rok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"/>
            <a:ext cx="6087938" cy="4932000"/>
          </a:xfrm>
          <a:prstGeom prst="rect">
            <a:avLst/>
          </a:prstGeom>
        </p:spPr>
      </p:pic>
      <p:pic>
        <p:nvPicPr>
          <p:cNvPr id="2" name="Obraz 15" descr="Obraz zawierający Czcionka, tekst, Grafika, zrzut ekranu&#10;&#10;Opis wygenerowany automatycznie">
            <a:extLst>
              <a:ext uri="{FF2B5EF4-FFF2-40B4-BE49-F238E27FC236}">
                <a16:creationId xmlns:a16="http://schemas.microsoft.com/office/drawing/2014/main" id="{B715A0C2-F4C9-D4C7-5F30-D05C9DF391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315" y="0"/>
            <a:ext cx="7739685" cy="37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7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rona tytułow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 userDrawn="1"/>
        </p:nvSpPr>
        <p:spPr>
          <a:xfrm>
            <a:off x="0" y="4931999"/>
            <a:ext cx="24382800" cy="878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4400" y="6498000"/>
            <a:ext cx="12954000" cy="2923877"/>
          </a:xfrm>
          <a:prstGeom prst="rect">
            <a:avLst/>
          </a:prstGeom>
        </p:spPr>
        <p:txBody>
          <a:bodyPr/>
          <a:lstStyle>
            <a:lvl1pPr algn="l">
              <a:lnSpc>
                <a:spcPct val="95000"/>
              </a:lnSpc>
              <a:defRPr sz="10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Personal </a:t>
            </a:r>
            <a:r>
              <a:rPr lang="pl-PL" dirty="0" err="1"/>
              <a:t>Branding</a:t>
            </a:r>
            <a:r>
              <a:rPr lang="pl-PL" dirty="0"/>
              <a:t>,</a:t>
            </a:r>
            <a:br>
              <a:rPr lang="pl-PL" dirty="0"/>
            </a:br>
            <a:r>
              <a:rPr lang="pl-PL" dirty="0"/>
              <a:t>kiedy, jak i gdzie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0000" y="10908000"/>
            <a:ext cx="9601200" cy="1503938"/>
          </a:xfrm>
          <a:prstGeom prst="rect">
            <a:avLst/>
          </a:prstGeom>
        </p:spPr>
        <p:txBody>
          <a:bodyPr/>
          <a:lstStyle>
            <a:lvl1pPr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1pPr>
            <a:lvl2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2pPr>
            <a:lvl3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3pPr>
            <a:lvl4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4pPr>
            <a:lvl5pPr marL="0" algn="l">
              <a:lnSpc>
                <a:spcPct val="110000"/>
              </a:lnSpc>
              <a:defRPr sz="4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Imię i Nazwisko, Imię i Nazwisko </a:t>
            </a:r>
            <a:br>
              <a:rPr lang="pl-PL" dirty="0"/>
            </a:br>
            <a:r>
              <a:rPr lang="pl-PL" dirty="0"/>
              <a:t>Miasto, rok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"/>
            <a:ext cx="6087938" cy="4932000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750716" y="4932000"/>
            <a:ext cx="9633284" cy="8784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pic>
        <p:nvPicPr>
          <p:cNvPr id="2" name="Obraz 15" descr="Obraz zawierający Czcionka, tekst, Grafika, zrzut ekranu&#10;&#10;Opis wygenerowany automatycznie">
            <a:extLst>
              <a:ext uri="{FF2B5EF4-FFF2-40B4-BE49-F238E27FC236}">
                <a16:creationId xmlns:a16="http://schemas.microsoft.com/office/drawing/2014/main" id="{A2493977-423A-164B-8DC1-194B22C254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4315" y="0"/>
            <a:ext cx="7739685" cy="37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-Spis treśc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Spis treści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0000" y="2332800"/>
            <a:ext cx="17784000" cy="73866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4800">
                <a:solidFill>
                  <a:schemeClr val="tx1"/>
                </a:solidFill>
                <a:latin typeface="+mn-lt"/>
              </a:defRPr>
            </a:lvl2pPr>
            <a:lvl3pPr marL="0" algn="l">
              <a:defRPr sz="4800">
                <a:solidFill>
                  <a:schemeClr val="tx1"/>
                </a:solidFill>
                <a:latin typeface="+mn-lt"/>
              </a:defRPr>
            </a:lvl3pPr>
            <a:lvl4pPr marL="0" algn="l">
              <a:defRPr sz="4800">
                <a:solidFill>
                  <a:schemeClr val="tx1"/>
                </a:solidFill>
                <a:latin typeface="+mn-lt"/>
              </a:defRPr>
            </a:lvl4pPr>
            <a:lvl5pPr marL="0" algn="l">
              <a:defRPr sz="4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0000" y="4211999"/>
            <a:ext cx="21904325" cy="8244069"/>
          </a:xfrm>
          <a:prstGeom prst="rect">
            <a:avLst/>
          </a:prstGeom>
        </p:spPr>
        <p:txBody>
          <a:bodyPr lIns="0" tIns="0" rIns="0" bIns="0" numCol="2" spcCol="540000">
            <a:noAutofit/>
          </a:bodyPr>
          <a:lstStyle>
            <a:lvl1pPr marL="742950" indent="-742950" algn="l">
              <a:lnSpc>
                <a:spcPct val="115000"/>
              </a:lnSpc>
              <a:spcBef>
                <a:spcPts val="5000"/>
              </a:spcBef>
              <a:buFont typeface="+mj-lt"/>
              <a:buAutoNum type="arabicPeriod"/>
              <a:tabLst>
                <a:tab pos="720000" algn="l"/>
              </a:tabLst>
              <a:defRPr sz="3600">
                <a:solidFill>
                  <a:schemeClr val="tx1"/>
                </a:solidFill>
                <a:latin typeface="+mj-lt"/>
              </a:defRPr>
            </a:lvl1pPr>
            <a:lvl2pPr marL="1944000" indent="-1224000" algn="l">
              <a:lnSpc>
                <a:spcPct val="115000"/>
              </a:lnSpc>
              <a:tabLst>
                <a:tab pos="1944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1944000" indent="-122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3pPr>
            <a:lvl4pPr marL="1944000" indent="-122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4pPr>
            <a:lvl5pPr marL="1944000" indent="-122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93303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zekładk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 userDrawn="1"/>
        </p:nvSpPr>
        <p:spPr>
          <a:xfrm>
            <a:off x="8002800" y="0"/>
            <a:ext cx="16383000" cy="1371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2000" y="1476000"/>
            <a:ext cx="12978096" cy="2954655"/>
          </a:xfrm>
          <a:prstGeom prst="rect">
            <a:avLst/>
          </a:prstGeom>
        </p:spPr>
        <p:txBody>
          <a:bodyPr/>
          <a:lstStyle>
            <a:lvl1pPr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Tytuł </a:t>
            </a:r>
            <a:br>
              <a:rPr lang="pl-PL" dirty="0"/>
            </a:br>
            <a:r>
              <a:rPr lang="pl-PL" dirty="0"/>
              <a:t>dwuwierszowy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214BC99-0B4B-E004-1003-20958DE915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6000" y="4752000"/>
            <a:ext cx="10284600" cy="2838213"/>
          </a:xfrm>
          <a:prstGeom prst="rect">
            <a:avLst/>
          </a:prstGeom>
        </p:spPr>
        <p:txBody>
          <a:bodyPr/>
          <a:lstStyle>
            <a:lvl1pPr algn="l">
              <a:lnSpc>
                <a:spcPct val="110000"/>
              </a:lnSpc>
              <a:defRPr sz="3400">
                <a:solidFill>
                  <a:schemeClr val="bg1"/>
                </a:solidFill>
              </a:defRPr>
            </a:lvl1pPr>
            <a:lvl2pPr marL="0" algn="l">
              <a:lnSpc>
                <a:spcPct val="110000"/>
              </a:lnSpc>
              <a:defRPr sz="3400">
                <a:solidFill>
                  <a:schemeClr val="bg1"/>
                </a:solidFill>
              </a:defRPr>
            </a:lvl2pPr>
            <a:lvl3pPr marL="0" algn="l">
              <a:lnSpc>
                <a:spcPct val="110000"/>
              </a:lnSpc>
              <a:defRPr sz="3400">
                <a:solidFill>
                  <a:schemeClr val="bg1"/>
                </a:solidFill>
              </a:defRPr>
            </a:lvl3pPr>
            <a:lvl4pPr marL="0" algn="l">
              <a:lnSpc>
                <a:spcPct val="110000"/>
              </a:lnSpc>
              <a:defRPr sz="3400">
                <a:solidFill>
                  <a:schemeClr val="bg1"/>
                </a:solidFill>
              </a:defRPr>
            </a:lvl4pPr>
            <a:lvl5pPr marL="0" algn="l">
              <a:lnSpc>
                <a:spcPct val="110000"/>
              </a:lnSpc>
              <a:defRPr sz="3400">
                <a:solidFill>
                  <a:schemeClr val="bg1"/>
                </a:solidFill>
              </a:defRPr>
            </a:lvl5pPr>
          </a:lstStyle>
          <a:p>
            <a:pPr lvl="0"/>
            <a:r>
              <a:rPr lang="pl-PL" dirty="0"/>
              <a:t>Podtytuł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994B2C-BC3C-E3EF-F67F-01B03F742129}"/>
              </a:ext>
            </a:extLst>
          </p:cNvPr>
          <p:cNvGrpSpPr/>
          <p:nvPr userDrawn="1"/>
        </p:nvGrpSpPr>
        <p:grpSpPr>
          <a:xfrm>
            <a:off x="9972000" y="5252978"/>
            <a:ext cx="12795166" cy="6477364"/>
            <a:chOff x="9972000" y="5252978"/>
            <a:chExt cx="12795166" cy="647736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6F245F4-7A0E-64DB-375A-CB815842F0F1}"/>
                </a:ext>
              </a:extLst>
            </p:cNvPr>
            <p:cNvSpPr/>
            <p:nvPr/>
          </p:nvSpPr>
          <p:spPr>
            <a:xfrm>
              <a:off x="20198888" y="7118316"/>
              <a:ext cx="1107258" cy="4612026"/>
            </a:xfrm>
            <a:custGeom>
              <a:avLst/>
              <a:gdLst>
                <a:gd name="connsiteX0" fmla="*/ 0 w 1107258"/>
                <a:gd name="connsiteY0" fmla="*/ 0 h 4612026"/>
                <a:gd name="connsiteX1" fmla="*/ 1107259 w 1107258"/>
                <a:gd name="connsiteY1" fmla="*/ 0 h 4612026"/>
                <a:gd name="connsiteX2" fmla="*/ 1107259 w 1107258"/>
                <a:gd name="connsiteY2" fmla="*/ 4612027 h 4612026"/>
                <a:gd name="connsiteX3" fmla="*/ 0 w 1107258"/>
                <a:gd name="connsiteY3" fmla="*/ 4612027 h 461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4612026">
                  <a:moveTo>
                    <a:pt x="0" y="0"/>
                  </a:moveTo>
                  <a:lnTo>
                    <a:pt x="1107259" y="0"/>
                  </a:lnTo>
                  <a:lnTo>
                    <a:pt x="1107259" y="4612027"/>
                  </a:lnTo>
                  <a:lnTo>
                    <a:pt x="0" y="4612027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79D1BC8-6ED0-5730-6D72-A954358AC78B}"/>
                </a:ext>
              </a:extLst>
            </p:cNvPr>
            <p:cNvSpPr/>
            <p:nvPr/>
          </p:nvSpPr>
          <p:spPr>
            <a:xfrm>
              <a:off x="18737868" y="9134812"/>
              <a:ext cx="1107258" cy="2595530"/>
            </a:xfrm>
            <a:custGeom>
              <a:avLst/>
              <a:gdLst>
                <a:gd name="connsiteX0" fmla="*/ 0 w 1107258"/>
                <a:gd name="connsiteY0" fmla="*/ 0 h 2595530"/>
                <a:gd name="connsiteX1" fmla="*/ 1107258 w 1107258"/>
                <a:gd name="connsiteY1" fmla="*/ 0 h 2595530"/>
                <a:gd name="connsiteX2" fmla="*/ 1107258 w 1107258"/>
                <a:gd name="connsiteY2" fmla="*/ 2595530 h 2595530"/>
                <a:gd name="connsiteX3" fmla="*/ 0 w 1107258"/>
                <a:gd name="connsiteY3" fmla="*/ 2595530 h 259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2595530">
                  <a:moveTo>
                    <a:pt x="0" y="0"/>
                  </a:moveTo>
                  <a:lnTo>
                    <a:pt x="1107258" y="0"/>
                  </a:lnTo>
                  <a:lnTo>
                    <a:pt x="1107258" y="2595530"/>
                  </a:lnTo>
                  <a:lnTo>
                    <a:pt x="0" y="2595530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E057355-8654-C2B2-CC68-80CB9F5849BA}"/>
                </a:ext>
              </a:extLst>
            </p:cNvPr>
            <p:cNvSpPr/>
            <p:nvPr/>
          </p:nvSpPr>
          <p:spPr>
            <a:xfrm>
              <a:off x="17276974" y="9750904"/>
              <a:ext cx="1107258" cy="1979438"/>
            </a:xfrm>
            <a:custGeom>
              <a:avLst/>
              <a:gdLst>
                <a:gd name="connsiteX0" fmla="*/ 0 w 1107258"/>
                <a:gd name="connsiteY0" fmla="*/ 0 h 1979438"/>
                <a:gd name="connsiteX1" fmla="*/ 1107259 w 1107258"/>
                <a:gd name="connsiteY1" fmla="*/ 0 h 1979438"/>
                <a:gd name="connsiteX2" fmla="*/ 1107259 w 1107258"/>
                <a:gd name="connsiteY2" fmla="*/ 1979439 h 1979438"/>
                <a:gd name="connsiteX3" fmla="*/ 0 w 1107258"/>
                <a:gd name="connsiteY3" fmla="*/ 1979439 h 19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1979438">
                  <a:moveTo>
                    <a:pt x="0" y="0"/>
                  </a:moveTo>
                  <a:lnTo>
                    <a:pt x="1107259" y="0"/>
                  </a:lnTo>
                  <a:lnTo>
                    <a:pt x="1107259" y="1979439"/>
                  </a:lnTo>
                  <a:lnTo>
                    <a:pt x="0" y="1979439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A35BE68-AD0A-4FD8-1697-5590189C1A85}"/>
                </a:ext>
              </a:extLst>
            </p:cNvPr>
            <p:cNvSpPr/>
            <p:nvPr/>
          </p:nvSpPr>
          <p:spPr>
            <a:xfrm>
              <a:off x="15815954" y="10559667"/>
              <a:ext cx="1107258" cy="1170675"/>
            </a:xfrm>
            <a:custGeom>
              <a:avLst/>
              <a:gdLst>
                <a:gd name="connsiteX0" fmla="*/ 0 w 1107258"/>
                <a:gd name="connsiteY0" fmla="*/ 0 h 1170675"/>
                <a:gd name="connsiteX1" fmla="*/ 1107258 w 1107258"/>
                <a:gd name="connsiteY1" fmla="*/ 0 h 1170675"/>
                <a:gd name="connsiteX2" fmla="*/ 1107258 w 1107258"/>
                <a:gd name="connsiteY2" fmla="*/ 1170676 h 1170675"/>
                <a:gd name="connsiteX3" fmla="*/ 0 w 1107258"/>
                <a:gd name="connsiteY3" fmla="*/ 1170676 h 117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1170675">
                  <a:moveTo>
                    <a:pt x="0" y="0"/>
                  </a:moveTo>
                  <a:lnTo>
                    <a:pt x="1107258" y="0"/>
                  </a:lnTo>
                  <a:lnTo>
                    <a:pt x="1107258" y="1170676"/>
                  </a:lnTo>
                  <a:lnTo>
                    <a:pt x="0" y="1170676"/>
                  </a:lnTo>
                  <a:close/>
                </a:path>
              </a:pathLst>
            </a:custGeom>
            <a:solidFill>
              <a:srgbClr val="23BE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6E55B88-A3E8-2E8A-29CB-B1B50ECE1B34}"/>
                </a:ext>
              </a:extLst>
            </p:cNvPr>
            <p:cNvSpPr/>
            <p:nvPr/>
          </p:nvSpPr>
          <p:spPr>
            <a:xfrm>
              <a:off x="14354934" y="11086490"/>
              <a:ext cx="1107258" cy="643852"/>
            </a:xfrm>
            <a:custGeom>
              <a:avLst/>
              <a:gdLst>
                <a:gd name="connsiteX0" fmla="*/ 0 w 1107258"/>
                <a:gd name="connsiteY0" fmla="*/ 0 h 643852"/>
                <a:gd name="connsiteX1" fmla="*/ 1107258 w 1107258"/>
                <a:gd name="connsiteY1" fmla="*/ 0 h 643852"/>
                <a:gd name="connsiteX2" fmla="*/ 1107258 w 1107258"/>
                <a:gd name="connsiteY2" fmla="*/ 643852 h 643852"/>
                <a:gd name="connsiteX3" fmla="*/ 0 w 1107258"/>
                <a:gd name="connsiteY3" fmla="*/ 643852 h 643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643852">
                  <a:moveTo>
                    <a:pt x="0" y="0"/>
                  </a:moveTo>
                  <a:lnTo>
                    <a:pt x="1107258" y="0"/>
                  </a:lnTo>
                  <a:lnTo>
                    <a:pt x="1107258" y="643852"/>
                  </a:lnTo>
                  <a:lnTo>
                    <a:pt x="0" y="643852"/>
                  </a:lnTo>
                  <a:close/>
                </a:path>
              </a:pathLst>
            </a:custGeom>
            <a:solidFill>
              <a:srgbClr val="23BE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658E9AC-4BB3-B2D0-FCF5-A936CA3D7B94}"/>
                </a:ext>
              </a:extLst>
            </p:cNvPr>
            <p:cNvSpPr/>
            <p:nvPr/>
          </p:nvSpPr>
          <p:spPr>
            <a:xfrm>
              <a:off x="12893913" y="11311253"/>
              <a:ext cx="1107258" cy="419089"/>
            </a:xfrm>
            <a:custGeom>
              <a:avLst/>
              <a:gdLst>
                <a:gd name="connsiteX0" fmla="*/ 0 w 1107258"/>
                <a:gd name="connsiteY0" fmla="*/ 0 h 419089"/>
                <a:gd name="connsiteX1" fmla="*/ 1107258 w 1107258"/>
                <a:gd name="connsiteY1" fmla="*/ 0 h 419089"/>
                <a:gd name="connsiteX2" fmla="*/ 1107258 w 1107258"/>
                <a:gd name="connsiteY2" fmla="*/ 419090 h 419089"/>
                <a:gd name="connsiteX3" fmla="*/ 0 w 1107258"/>
                <a:gd name="connsiteY3" fmla="*/ 419090 h 41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419089">
                  <a:moveTo>
                    <a:pt x="0" y="0"/>
                  </a:moveTo>
                  <a:lnTo>
                    <a:pt x="1107258" y="0"/>
                  </a:lnTo>
                  <a:lnTo>
                    <a:pt x="1107258" y="419090"/>
                  </a:lnTo>
                  <a:lnTo>
                    <a:pt x="0" y="419090"/>
                  </a:lnTo>
                  <a:close/>
                </a:path>
              </a:pathLst>
            </a:custGeom>
            <a:solidFill>
              <a:srgbClr val="23BE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61B527C-5A41-4F48-F2EA-FB9A6EC1895D}"/>
                </a:ext>
              </a:extLst>
            </p:cNvPr>
            <p:cNvSpPr/>
            <p:nvPr/>
          </p:nvSpPr>
          <p:spPr>
            <a:xfrm>
              <a:off x="11433020" y="11442035"/>
              <a:ext cx="1107258" cy="288307"/>
            </a:xfrm>
            <a:custGeom>
              <a:avLst/>
              <a:gdLst>
                <a:gd name="connsiteX0" fmla="*/ 0 w 1107258"/>
                <a:gd name="connsiteY0" fmla="*/ 0 h 288307"/>
                <a:gd name="connsiteX1" fmla="*/ 1107258 w 1107258"/>
                <a:gd name="connsiteY1" fmla="*/ 0 h 288307"/>
                <a:gd name="connsiteX2" fmla="*/ 1107258 w 1107258"/>
                <a:gd name="connsiteY2" fmla="*/ 288308 h 288307"/>
                <a:gd name="connsiteX3" fmla="*/ 0 w 1107258"/>
                <a:gd name="connsiteY3" fmla="*/ 288308 h 2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288307">
                  <a:moveTo>
                    <a:pt x="0" y="0"/>
                  </a:moveTo>
                  <a:lnTo>
                    <a:pt x="1107258" y="0"/>
                  </a:lnTo>
                  <a:lnTo>
                    <a:pt x="1107258" y="288308"/>
                  </a:lnTo>
                  <a:lnTo>
                    <a:pt x="0" y="288308"/>
                  </a:lnTo>
                  <a:close/>
                </a:path>
              </a:pathLst>
            </a:custGeom>
            <a:solidFill>
              <a:srgbClr val="23BE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1BF8B6F-7C99-CC53-3C8D-38CA10F2304F}"/>
                </a:ext>
              </a:extLst>
            </p:cNvPr>
            <p:cNvSpPr/>
            <p:nvPr/>
          </p:nvSpPr>
          <p:spPr>
            <a:xfrm>
              <a:off x="9972000" y="11520861"/>
              <a:ext cx="1107258" cy="209481"/>
            </a:xfrm>
            <a:custGeom>
              <a:avLst/>
              <a:gdLst>
                <a:gd name="connsiteX0" fmla="*/ 0 w 1107258"/>
                <a:gd name="connsiteY0" fmla="*/ 0 h 209481"/>
                <a:gd name="connsiteX1" fmla="*/ 1107258 w 1107258"/>
                <a:gd name="connsiteY1" fmla="*/ 0 h 209481"/>
                <a:gd name="connsiteX2" fmla="*/ 1107258 w 1107258"/>
                <a:gd name="connsiteY2" fmla="*/ 209482 h 209481"/>
                <a:gd name="connsiteX3" fmla="*/ 0 w 1107258"/>
                <a:gd name="connsiteY3" fmla="*/ 209482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209481">
                  <a:moveTo>
                    <a:pt x="0" y="0"/>
                  </a:moveTo>
                  <a:lnTo>
                    <a:pt x="1107258" y="0"/>
                  </a:lnTo>
                  <a:lnTo>
                    <a:pt x="1107258" y="209482"/>
                  </a:lnTo>
                  <a:lnTo>
                    <a:pt x="0" y="209482"/>
                  </a:lnTo>
                  <a:close/>
                </a:path>
              </a:pathLst>
            </a:custGeom>
            <a:solidFill>
              <a:srgbClr val="23BE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F667381-1C63-5712-4608-17F57388D915}"/>
                </a:ext>
              </a:extLst>
            </p:cNvPr>
            <p:cNvSpPr/>
            <p:nvPr/>
          </p:nvSpPr>
          <p:spPr>
            <a:xfrm>
              <a:off x="21659908" y="5252978"/>
              <a:ext cx="1107258" cy="6477364"/>
            </a:xfrm>
            <a:custGeom>
              <a:avLst/>
              <a:gdLst>
                <a:gd name="connsiteX0" fmla="*/ 0 w 1107258"/>
                <a:gd name="connsiteY0" fmla="*/ 0 h 6477364"/>
                <a:gd name="connsiteX1" fmla="*/ 1107258 w 1107258"/>
                <a:gd name="connsiteY1" fmla="*/ 0 h 6477364"/>
                <a:gd name="connsiteX2" fmla="*/ 1107258 w 1107258"/>
                <a:gd name="connsiteY2" fmla="*/ 6477365 h 6477364"/>
                <a:gd name="connsiteX3" fmla="*/ 0 w 1107258"/>
                <a:gd name="connsiteY3" fmla="*/ 6477365 h 647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7258" h="6477364">
                  <a:moveTo>
                    <a:pt x="0" y="0"/>
                  </a:moveTo>
                  <a:lnTo>
                    <a:pt x="1107258" y="0"/>
                  </a:lnTo>
                  <a:lnTo>
                    <a:pt x="1107258" y="6477365"/>
                  </a:lnTo>
                  <a:lnTo>
                    <a:pt x="0" y="6477365"/>
                  </a:ln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PL"/>
            </a:p>
          </p:txBody>
        </p:sp>
      </p:grpSp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8001000" cy="6481823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6481763"/>
            <a:ext cx="8001000" cy="723423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</p:spTree>
    <p:extLst>
      <p:ext uri="{BB962C8B-B14F-4D97-AF65-F5344CB8AC3E}">
        <p14:creationId xmlns:p14="http://schemas.microsoft.com/office/powerpoint/2010/main" val="17574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Przekładk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170C8B53-7693-8F74-4520-911DDD1CDCA8}"/>
              </a:ext>
            </a:extLst>
          </p:cNvPr>
          <p:cNvSpPr/>
          <p:nvPr userDrawn="1"/>
        </p:nvSpPr>
        <p:spPr>
          <a:xfrm>
            <a:off x="0" y="0"/>
            <a:ext cx="16383000" cy="13716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0" y="4896000"/>
            <a:ext cx="12954000" cy="3508653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95000"/>
              </a:lnSpc>
              <a:defRPr sz="12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pl-PL" dirty="0"/>
              <a:t>Wstaw </a:t>
            </a:r>
            <a:br>
              <a:rPr lang="pl-PL" dirty="0"/>
            </a:br>
            <a:r>
              <a:rPr lang="pl-PL" dirty="0"/>
              <a:t>tytuł</a:t>
            </a:r>
          </a:p>
        </p:txBody>
      </p: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383000" y="0"/>
            <a:ext cx="7981950" cy="13716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</p:spTree>
    <p:extLst>
      <p:ext uri="{BB962C8B-B14F-4D97-AF65-F5344CB8AC3E}">
        <p14:creationId xmlns:p14="http://schemas.microsoft.com/office/powerpoint/2010/main" val="4192181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Slajd-Cyta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926A903C-D35D-08B2-3A05-1FD0747E7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8001000" cy="6481823"/>
          </a:xfrm>
          <a:prstGeom prst="rect">
            <a:avLst/>
          </a:prstGeom>
        </p:spPr>
      </p:pic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6481763"/>
            <a:ext cx="8001000" cy="723423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sp>
        <p:nvSpPr>
          <p:cNvPr id="9" name="Symbol zastępczy tekstu 8">
            <a:extLst>
              <a:ext uri="{FF2B5EF4-FFF2-40B4-BE49-F238E27FC236}">
                <a16:creationId xmlns:a16="http://schemas.microsoft.com/office/drawing/2014/main" id="{E6401B9B-993B-5052-B6AD-655AFD790B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5913" y="3733800"/>
            <a:ext cx="11556000" cy="575151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defRPr sz="14000">
                <a:solidFill>
                  <a:schemeClr val="tx2"/>
                </a:solidFill>
                <a:latin typeface="+mj-lt"/>
              </a:defRPr>
            </a:lvl1pPr>
            <a:lvl2pPr marL="0" algn="l">
              <a:defRPr sz="1000">
                <a:latin typeface="+mj-lt"/>
              </a:defRPr>
            </a:lvl2pPr>
            <a:lvl3pPr marL="0" algn="l">
              <a:defRPr sz="1000">
                <a:latin typeface="+mj-lt"/>
              </a:defRPr>
            </a:lvl3pPr>
            <a:lvl4pPr marL="0" algn="l">
              <a:defRPr sz="1000">
                <a:latin typeface="+mj-lt"/>
              </a:defRPr>
            </a:lvl4pPr>
            <a:lvl5pPr marL="0" algn="l">
              <a:defRPr sz="1000">
                <a:latin typeface="+mj-lt"/>
              </a:defRPr>
            </a:lvl5pPr>
          </a:lstStyle>
          <a:p>
            <a:pPr lvl="0"/>
            <a:r>
              <a:rPr lang="pl-PL" dirty="0"/>
              <a:t>Cytat </a:t>
            </a:r>
            <a:br>
              <a:rPr lang="pl-PL" dirty="0"/>
            </a:br>
            <a:r>
              <a:rPr lang="pl-PL" dirty="0"/>
              <a:t>dwa wiersze</a:t>
            </a:r>
          </a:p>
        </p:txBody>
      </p:sp>
      <p:sp>
        <p:nvSpPr>
          <p:cNvPr id="6" name="Symbol zastępczy obrazu 5">
            <a:extLst>
              <a:ext uri="{FF2B5EF4-FFF2-40B4-BE49-F238E27FC236}">
                <a16:creationId xmlns:a16="http://schemas.microsoft.com/office/drawing/2014/main" id="{027B0055-3468-31B9-20F2-D834B5AEE4B1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476000" y="2160000"/>
            <a:ext cx="1746000" cy="14184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pl-PL" dirty="0"/>
              <a:t>Cudzysłów</a:t>
            </a:r>
          </a:p>
        </p:txBody>
      </p:sp>
      <p:sp>
        <p:nvSpPr>
          <p:cNvPr id="7" name="Symbol zastępczy obrazu 5">
            <a:extLst>
              <a:ext uri="{FF2B5EF4-FFF2-40B4-BE49-F238E27FC236}">
                <a16:creationId xmlns:a16="http://schemas.microsoft.com/office/drawing/2014/main" id="{900EDD9E-4D14-62C1-1D22-3299004773D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0347200" y="9486000"/>
            <a:ext cx="1746000" cy="1418400"/>
          </a:xfrm>
          <a:prstGeom prst="rect">
            <a:avLst/>
          </a:prstGeom>
          <a:noFill/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pl-PL" dirty="0"/>
              <a:t>Cudzysłów</a:t>
            </a:r>
          </a:p>
        </p:txBody>
      </p:sp>
    </p:spTree>
    <p:extLst>
      <p:ext uri="{BB962C8B-B14F-4D97-AF65-F5344CB8AC3E}">
        <p14:creationId xmlns:p14="http://schemas.microsoft.com/office/powerpoint/2010/main" val="1727458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Zdjęcie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32D7D65-66A4-BB45-D8DF-54E55248F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3200" y="3762000"/>
            <a:ext cx="10700520" cy="2806922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95000"/>
              </a:lnSpc>
              <a:defRPr sz="9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pl-PL" dirty="0"/>
              <a:t>Wstaw </a:t>
            </a:r>
            <a:br>
              <a:rPr lang="pl-PL" dirty="0"/>
            </a:br>
            <a:r>
              <a:rPr lang="pl-PL" dirty="0"/>
              <a:t>tytuł</a:t>
            </a:r>
          </a:p>
        </p:txBody>
      </p:sp>
      <p:sp>
        <p:nvSpPr>
          <p:cNvPr id="5" name="Symbol zastępczy obrazu 4">
            <a:extLst>
              <a:ext uri="{FF2B5EF4-FFF2-40B4-BE49-F238E27FC236}">
                <a16:creationId xmlns:a16="http://schemas.microsoft.com/office/drawing/2014/main" id="{D97B4AE7-3D07-5A0E-2491-6B1A678E1B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744200" cy="13716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anchor="ctr" anchorCtr="1">
            <a:noAutofit/>
          </a:bodyPr>
          <a:lstStyle>
            <a:lvl1pPr>
              <a:defRPr/>
            </a:lvl1pPr>
          </a:lstStyle>
          <a:p>
            <a:r>
              <a:rPr lang="pl-PL" dirty="0"/>
              <a:t>Wstaw obraz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89474B1-6AA2-75A0-2542-1CA3AE94D2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0772000" y="12801600"/>
            <a:ext cx="2349120" cy="430887"/>
          </a:xfrm>
        </p:spPr>
        <p:txBody>
          <a:bodyPr/>
          <a:lstStyle/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83B865E1-FEE8-5EC7-CACC-0E60D68E09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30000" y="6886800"/>
            <a:ext cx="10699750" cy="57912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14000"/>
              </a:lnSpc>
              <a:defRPr sz="360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14000"/>
              </a:lnSpc>
              <a:defRPr sz="3600">
                <a:solidFill>
                  <a:schemeClr val="tx1"/>
                </a:solidFill>
                <a:latin typeface="+mn-lt"/>
              </a:defRPr>
            </a:lvl2pPr>
            <a:lvl3pPr marL="0" algn="l">
              <a:lnSpc>
                <a:spcPct val="114000"/>
              </a:lnSpc>
              <a:defRPr sz="3600">
                <a:solidFill>
                  <a:schemeClr val="tx1"/>
                </a:solidFill>
                <a:latin typeface="+mn-lt"/>
              </a:defRPr>
            </a:lvl3pPr>
            <a:lvl4pPr marL="0" algn="l">
              <a:lnSpc>
                <a:spcPct val="114000"/>
              </a:lnSpc>
              <a:defRPr sz="3600">
                <a:solidFill>
                  <a:schemeClr val="tx1"/>
                </a:solidFill>
                <a:latin typeface="+mn-lt"/>
              </a:defRPr>
            </a:lvl4pPr>
            <a:lvl5pPr marL="0" algn="l">
              <a:lnSpc>
                <a:spcPct val="114000"/>
              </a:lnSpc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Wstaw tekst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48563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Dwie kolumny tekst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Dwie kolumny tekstu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0000" y="2286000"/>
            <a:ext cx="17784000" cy="73866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4800">
                <a:solidFill>
                  <a:schemeClr val="tx1"/>
                </a:solidFill>
                <a:latin typeface="+mn-lt"/>
              </a:defRPr>
            </a:lvl2pPr>
            <a:lvl3pPr marL="0" algn="l">
              <a:defRPr sz="4800">
                <a:solidFill>
                  <a:schemeClr val="tx1"/>
                </a:solidFill>
                <a:latin typeface="+mn-lt"/>
              </a:defRPr>
            </a:lvl3pPr>
            <a:lvl4pPr marL="0" algn="l">
              <a:defRPr sz="4800">
                <a:solidFill>
                  <a:schemeClr val="tx1"/>
                </a:solidFill>
                <a:latin typeface="+mn-lt"/>
              </a:defRPr>
            </a:lvl4pPr>
            <a:lvl5pPr marL="0" algn="l">
              <a:defRPr sz="4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Z wyróżnionym tekstem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0000" y="4032000"/>
            <a:ext cx="10656000" cy="4114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l">
              <a:lnSpc>
                <a:spcPct val="115000"/>
              </a:lnSpc>
              <a:spcBef>
                <a:spcPts val="5200"/>
              </a:spcBef>
              <a:buFontTx/>
              <a:buNone/>
              <a:tabLst>
                <a:tab pos="720000" algn="l"/>
              </a:tabLst>
              <a:defRPr sz="3600">
                <a:solidFill>
                  <a:schemeClr val="tx1"/>
                </a:solidFill>
                <a:latin typeface="+mn-lt"/>
              </a:defRPr>
            </a:lvl1pPr>
            <a:lvl2pPr marL="572400" indent="-571500" algn="l">
              <a:lnSpc>
                <a:spcPct val="115000"/>
              </a:lnSpc>
              <a:spcBef>
                <a:spcPts val="50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648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3pPr>
            <a:lvl4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4pPr>
            <a:lvl5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66800" y="4032000"/>
            <a:ext cx="10656000" cy="7543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l">
              <a:lnSpc>
                <a:spcPct val="115000"/>
              </a:lnSpc>
              <a:spcBef>
                <a:spcPts val="5200"/>
              </a:spcBef>
              <a:buFontTx/>
              <a:buNone/>
              <a:tabLst>
                <a:tab pos="720000" algn="l"/>
              </a:tabLst>
              <a:defRPr sz="3600">
                <a:solidFill>
                  <a:schemeClr val="tx1"/>
                </a:solidFill>
                <a:latin typeface="+mn-lt"/>
              </a:defRPr>
            </a:lvl1pPr>
            <a:lvl2pPr marL="572400" indent="-571500" algn="l">
              <a:lnSpc>
                <a:spcPct val="115000"/>
              </a:lnSpc>
              <a:spcBef>
                <a:spcPts val="5000"/>
              </a:spcBef>
              <a:buClr>
                <a:schemeClr val="tx1"/>
              </a:buClr>
              <a:buSzPct val="120000"/>
              <a:buFont typeface="Wingdings" panose="05000000000000000000" pitchFamily="2" charset="2"/>
              <a:buChar char="§"/>
              <a:tabLst>
                <a:tab pos="648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3pPr>
            <a:lvl4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4pPr>
            <a:lvl5pPr marL="504000" indent="-504000" algn="l">
              <a:lnSpc>
                <a:spcPct val="115000"/>
              </a:lnSpc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 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BB0FCE05-85CB-435E-B9A8-E94C720C8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0" y="9144000"/>
            <a:ext cx="8077200" cy="2438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95000"/>
              </a:lnSpc>
              <a:defRPr sz="5600">
                <a:solidFill>
                  <a:schemeClr val="accent1"/>
                </a:solidFill>
                <a:latin typeface="+mj-lt"/>
              </a:defRPr>
            </a:lvl1pPr>
            <a:lvl2pPr marL="0" algn="l">
              <a:lnSpc>
                <a:spcPct val="95000"/>
              </a:lnSpc>
              <a:defRPr sz="5600">
                <a:solidFill>
                  <a:schemeClr val="accent1"/>
                </a:solidFill>
                <a:latin typeface="+mj-lt"/>
              </a:defRPr>
            </a:lvl2pPr>
            <a:lvl3pPr marL="0" algn="l">
              <a:lnSpc>
                <a:spcPct val="95000"/>
              </a:lnSpc>
              <a:defRPr sz="5600">
                <a:solidFill>
                  <a:schemeClr val="accent1"/>
                </a:solidFill>
                <a:latin typeface="+mj-lt"/>
              </a:defRPr>
            </a:lvl3pPr>
            <a:lvl4pPr marL="0" algn="l">
              <a:lnSpc>
                <a:spcPct val="95000"/>
              </a:lnSpc>
              <a:defRPr sz="5600">
                <a:solidFill>
                  <a:schemeClr val="accent1"/>
                </a:solidFill>
                <a:latin typeface="+mj-lt"/>
              </a:defRPr>
            </a:lvl4pPr>
            <a:lvl5pPr marL="0" algn="l">
              <a:lnSpc>
                <a:spcPct val="95000"/>
              </a:lnSpc>
              <a:defRPr sz="56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pl-PL" dirty="0"/>
              <a:t>Wstaw tekst</a:t>
            </a:r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CE0AE354-4B88-389C-B175-517C5CAA56F2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348653" y="8854888"/>
            <a:ext cx="1763569" cy="1432112"/>
          </a:xfrm>
          <a:prstGeom prst="rect">
            <a:avLst/>
          </a:prstGeom>
          <a:noFill/>
        </p:spPr>
        <p:txBody>
          <a:bodyPr anchor="ctr" anchorCtr="1">
            <a:noAutofit/>
          </a:bodyPr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8222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ajd z ikon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Zastosowanie ikon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0000" y="2286000"/>
            <a:ext cx="17784000" cy="73866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4800">
                <a:solidFill>
                  <a:schemeClr val="tx1"/>
                </a:solidFill>
                <a:latin typeface="+mn-lt"/>
              </a:defRPr>
            </a:lvl2pPr>
            <a:lvl3pPr marL="0" algn="l">
              <a:defRPr sz="4800">
                <a:solidFill>
                  <a:schemeClr val="tx1"/>
                </a:solidFill>
                <a:latin typeface="+mn-lt"/>
              </a:defRPr>
            </a:lvl3pPr>
            <a:lvl4pPr marL="0" algn="l">
              <a:defRPr sz="4800">
                <a:solidFill>
                  <a:schemeClr val="tx1"/>
                </a:solidFill>
                <a:latin typeface="+mn-lt"/>
              </a:defRPr>
            </a:lvl4pPr>
            <a:lvl5pPr marL="0" algn="l">
              <a:defRPr sz="4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0FCD88CD-B185-DA18-F703-3B57ACD8E0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76400" y="8856000"/>
            <a:ext cx="5486400" cy="4114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Tx/>
              <a:buNone/>
              <a:tabLst>
                <a:tab pos="720000" algn="l"/>
              </a:tabLst>
              <a:defRPr sz="5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10" name="Symbol zastępczy obrazu 9">
            <a:extLst>
              <a:ext uri="{FF2B5EF4-FFF2-40B4-BE49-F238E27FC236}">
                <a16:creationId xmlns:a16="http://schemas.microsoft.com/office/drawing/2014/main" id="{CE0AE354-4B88-389C-B175-517C5CAA56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24665" y="4598072"/>
            <a:ext cx="3456000" cy="3456000"/>
          </a:xfrm>
          <a:prstGeom prst="rect">
            <a:avLst/>
          </a:prstGeom>
          <a:noFill/>
        </p:spPr>
        <p:txBody>
          <a:bodyPr anchor="ctr" anchorCtr="1">
            <a:noAutofit/>
          </a:bodyPr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3" name="Symbol zastępczy tekstu 12">
            <a:extLst>
              <a:ext uri="{FF2B5EF4-FFF2-40B4-BE49-F238E27FC236}">
                <a16:creationId xmlns:a16="http://schemas.microsoft.com/office/drawing/2014/main" id="{9E871370-C21C-6F48-7584-ADE9D36D5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68000" y="8856000"/>
            <a:ext cx="5486400" cy="4114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Tx/>
              <a:buNone/>
              <a:tabLst>
                <a:tab pos="720000" algn="l"/>
              </a:tabLst>
              <a:defRPr sz="5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6" name="Symbol zastępczy tekstu 12">
            <a:extLst>
              <a:ext uri="{FF2B5EF4-FFF2-40B4-BE49-F238E27FC236}">
                <a16:creationId xmlns:a16="http://schemas.microsoft.com/office/drawing/2014/main" id="{75A893C0-BDB7-0AC0-27E7-91ABAF16F1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100000" y="8856000"/>
            <a:ext cx="5486400" cy="4114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FontTx/>
              <a:buNone/>
              <a:tabLst>
                <a:tab pos="720000" algn="l"/>
              </a:tabLst>
              <a:defRPr sz="5200">
                <a:solidFill>
                  <a:schemeClr val="tx1"/>
                </a:solidFill>
                <a:latin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360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3pPr>
            <a:lvl4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4pPr>
            <a:lvl5pPr marL="0" indent="0" algn="ctr">
              <a:lnSpc>
                <a:spcPct val="110000"/>
              </a:lnSpc>
              <a:buFontTx/>
              <a:buNone/>
              <a:defRPr sz="36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Dwa poziomy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7" name="Symbol zastępczy obrazu 6">
            <a:extLst>
              <a:ext uri="{FF2B5EF4-FFF2-40B4-BE49-F238E27FC236}">
                <a16:creationId xmlns:a16="http://schemas.microsoft.com/office/drawing/2014/main" id="{69F836FA-ACAA-67B9-3DD1-585B30FDCDD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0403800" y="4597400"/>
            <a:ext cx="3471863" cy="3479800"/>
          </a:xfrm>
          <a:prstGeom prst="rect">
            <a:avLst/>
          </a:prstGeom>
        </p:spPr>
        <p:txBody>
          <a:bodyPr/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Wstaw piktogram</a:t>
            </a:r>
          </a:p>
        </p:txBody>
      </p:sp>
      <p:sp>
        <p:nvSpPr>
          <p:cNvPr id="16" name="Symbol zastępczy obrazu 9">
            <a:extLst>
              <a:ext uri="{FF2B5EF4-FFF2-40B4-BE49-F238E27FC236}">
                <a16:creationId xmlns:a16="http://schemas.microsoft.com/office/drawing/2014/main" id="{37653B51-E6BF-0397-894E-A4C643B1EC7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483200" y="4598072"/>
            <a:ext cx="3456000" cy="3456000"/>
          </a:xfrm>
          <a:prstGeom prst="rect">
            <a:avLst/>
          </a:prstGeom>
          <a:noFill/>
        </p:spPr>
        <p:txBody>
          <a:bodyPr anchor="ctr" anchorCtr="1">
            <a:noAutofit/>
          </a:bodyPr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  <p:sp>
        <p:nvSpPr>
          <p:cNvPr id="17" name="Symbol zastępczy obrazu 9">
            <a:extLst>
              <a:ext uri="{FF2B5EF4-FFF2-40B4-BE49-F238E27FC236}">
                <a16:creationId xmlns:a16="http://schemas.microsoft.com/office/drawing/2014/main" id="{BA5D8DB8-7B4B-D3F2-7E6E-0B1C7CE3A4E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8115200" y="4598072"/>
            <a:ext cx="3456000" cy="3456000"/>
          </a:xfrm>
          <a:prstGeom prst="rect">
            <a:avLst/>
          </a:prstGeom>
          <a:noFill/>
        </p:spPr>
        <p:txBody>
          <a:bodyPr anchor="ctr" anchorCtr="1">
            <a:noAutofit/>
          </a:bodyPr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pl-PL" dirty="0"/>
              <a:t>Wstaw piktogram</a:t>
            </a:r>
          </a:p>
        </p:txBody>
      </p:sp>
    </p:spTree>
    <p:extLst>
      <p:ext uri="{BB962C8B-B14F-4D97-AF65-F5344CB8AC3E}">
        <p14:creationId xmlns:p14="http://schemas.microsoft.com/office/powerpoint/2010/main" val="1170535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Strona z tabelą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11" name="Symbol zastępczy tekstu 10">
            <a:extLst>
              <a:ext uri="{FF2B5EF4-FFF2-40B4-BE49-F238E27FC236}">
                <a16:creationId xmlns:a16="http://schemas.microsoft.com/office/drawing/2014/main" id="{823AF364-767B-CF37-7010-E018E019BB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0000" y="2286000"/>
            <a:ext cx="17784000" cy="738664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4800">
                <a:solidFill>
                  <a:schemeClr val="tx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1pPr>
            <a:lvl2pPr marL="0" algn="l">
              <a:defRPr sz="4800">
                <a:solidFill>
                  <a:schemeClr val="tx1"/>
                </a:solidFill>
                <a:latin typeface="+mn-lt"/>
              </a:defRPr>
            </a:lvl2pPr>
            <a:lvl3pPr marL="0" algn="l">
              <a:defRPr sz="4800">
                <a:solidFill>
                  <a:schemeClr val="tx1"/>
                </a:solidFill>
                <a:latin typeface="+mn-lt"/>
              </a:defRPr>
            </a:lvl3pPr>
            <a:lvl4pPr marL="0" algn="l">
              <a:defRPr sz="4800">
                <a:solidFill>
                  <a:schemeClr val="tx1"/>
                </a:solidFill>
                <a:latin typeface="+mn-lt"/>
              </a:defRPr>
            </a:lvl4pPr>
            <a:lvl5pPr marL="0" algn="l">
              <a:defRPr sz="4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Podtytuł opcjonalny</a:t>
            </a:r>
          </a:p>
        </p:txBody>
      </p:sp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48000" y="11484000"/>
            <a:ext cx="9864000" cy="529751"/>
          </a:xfrm>
          <a:prstGeom prst="rect">
            <a:avLst/>
          </a:prstGeom>
        </p:spPr>
        <p:txBody>
          <a:bodyPr numCol="1" spcCol="540000">
            <a:noAutofit/>
          </a:bodyPr>
          <a:lstStyle>
            <a:lvl1pPr marL="180000" indent="-180000" algn="l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720000" algn="l"/>
              </a:tabLst>
              <a:defRPr sz="20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20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* Odsyłacz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7494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ykres słupk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Wykres kolumnowy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059400" y="9753600"/>
            <a:ext cx="5063400" cy="2438399"/>
          </a:xfrm>
          <a:prstGeom prst="rect">
            <a:avLst/>
          </a:prstGeom>
        </p:spPr>
        <p:txBody>
          <a:bodyPr numCol="1" spcCol="540000">
            <a:no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FontTx/>
              <a:buNone/>
              <a:tabLst>
                <a:tab pos="720000" algn="l"/>
              </a:tabLst>
              <a:defRPr sz="20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20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Źródło: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86358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ykres_kołow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Wykres kołowy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5" name="Symbol zastępczy tekstu 12">
            <a:extLst>
              <a:ext uri="{FF2B5EF4-FFF2-40B4-BE49-F238E27FC236}">
                <a16:creationId xmlns:a16="http://schemas.microsoft.com/office/drawing/2014/main" id="{B4E20F8F-4E0B-A9A4-FD35-F3A0B1A39B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03424" y="4050000"/>
            <a:ext cx="9220576" cy="1066800"/>
          </a:xfrm>
          <a:prstGeom prst="rect">
            <a:avLst/>
          </a:prstGeom>
        </p:spPr>
        <p:txBody>
          <a:bodyPr lIns="0" tIns="0" rIns="0" bIns="0" numCol="1" spcCol="540000">
            <a:no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FontTx/>
              <a:buNone/>
              <a:tabLst>
                <a:tab pos="720000" algn="l"/>
              </a:tabLst>
              <a:defRPr sz="2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20000"/>
              <a:buFontTx/>
              <a:buNone/>
              <a:tabLst>
                <a:tab pos="648000" algn="l"/>
              </a:tabLst>
              <a:defRPr sz="20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4000"/>
              </a:lnSpc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pl-PL" dirty="0"/>
              <a:t>Koszt wszystkich projektów (UX, badania, projekty graficzne reklam, informatorów, stron www, treści)</a:t>
            </a:r>
          </a:p>
        </p:txBody>
      </p:sp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  <p:pic>
        <p:nvPicPr>
          <p:cNvPr id="4" name="Grafika 3">
            <a:extLst>
              <a:ext uri="{FF2B5EF4-FFF2-40B4-BE49-F238E27FC236}">
                <a16:creationId xmlns:a16="http://schemas.microsoft.com/office/drawing/2014/main" id="{746B8D39-EF5E-F570-FAB1-2375CB8117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87400" y="4140000"/>
            <a:ext cx="174300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5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us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1260000" y="1332000"/>
            <a:ext cx="17783024" cy="82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72000"/>
              </a:lnSpc>
              <a:defRPr sz="7200" b="0" i="0">
                <a:solidFill>
                  <a:schemeClr val="tx1"/>
                </a:solidFill>
                <a:latin typeface="+mj-lt"/>
                <a:cs typeface="Verdana"/>
              </a:defRPr>
            </a:lvl1pPr>
          </a:lstStyle>
          <a:p>
            <a:r>
              <a:rPr lang="pl-PL" dirty="0"/>
              <a:t>Tytuł</a:t>
            </a:r>
            <a:endParaRPr dirty="0"/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FDD5BD83-F16B-1A6B-8B58-BB64B8393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312" y="1259931"/>
            <a:ext cx="1999688" cy="1620000"/>
          </a:xfrm>
          <a:prstGeom prst="rect">
            <a:avLst/>
          </a:prstGeom>
        </p:spPr>
      </p:pic>
      <p:sp>
        <p:nvSpPr>
          <p:cNvPr id="15" name="Symbol zastępczy numeru slajdu 14">
            <a:extLst>
              <a:ext uri="{FF2B5EF4-FFF2-40B4-BE49-F238E27FC236}">
                <a16:creationId xmlns:a16="http://schemas.microsoft.com/office/drawing/2014/main" id="{E3EBF873-8535-43D3-8CF7-1DCF5E8A76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1124312" y="12755882"/>
            <a:ext cx="2040490" cy="430887"/>
          </a:xfr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2338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0726400" y="12801600"/>
            <a:ext cx="2349120" cy="4308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184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69" r:id="rId3"/>
    <p:sldLayoutId id="2147483676" r:id="rId4"/>
    <p:sldLayoutId id="2147483677" r:id="rId5"/>
    <p:sldLayoutId id="2147483667" r:id="rId6"/>
    <p:sldLayoutId id="2147483678" r:id="rId7"/>
    <p:sldLayoutId id="2147483674" r:id="rId8"/>
    <p:sldLayoutId id="2147483675" r:id="rId9"/>
    <p:sldLayoutId id="2147483684" r:id="rId10"/>
    <p:sldLayoutId id="2147483682" r:id="rId11"/>
    <p:sldLayoutId id="2147483683" r:id="rId12"/>
    <p:sldLayoutId id="2147483685" r:id="rId13"/>
  </p:sldLayoutIdLst>
  <p:hf hdr="0" ftr="0" dt="0"/>
  <p:txStyles>
    <p:titleStyle>
      <a:lvl1pPr eaLnBrk="1" hangingPunct="1">
        <a:defRPr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554548" eaLnBrk="1" hangingPunct="1">
        <a:defRPr>
          <a:latin typeface="+mn-lt"/>
          <a:ea typeface="+mn-ea"/>
          <a:cs typeface="+mn-cs"/>
        </a:defRPr>
      </a:lvl2pPr>
      <a:lvl3pPr marL="1109095" eaLnBrk="1" hangingPunct="1">
        <a:defRPr>
          <a:latin typeface="+mn-lt"/>
          <a:ea typeface="+mn-ea"/>
          <a:cs typeface="+mn-cs"/>
        </a:defRPr>
      </a:lvl3pPr>
      <a:lvl4pPr marL="1663643" eaLnBrk="1" hangingPunct="1">
        <a:defRPr>
          <a:latin typeface="+mn-lt"/>
          <a:ea typeface="+mn-ea"/>
          <a:cs typeface="+mn-cs"/>
        </a:defRPr>
      </a:lvl4pPr>
      <a:lvl5pPr marL="2218191" eaLnBrk="1" hangingPunct="1">
        <a:defRPr>
          <a:latin typeface="+mn-lt"/>
          <a:ea typeface="+mn-ea"/>
          <a:cs typeface="+mn-cs"/>
        </a:defRPr>
      </a:lvl5pPr>
      <a:lvl6pPr marL="2772739" eaLnBrk="1" hangingPunct="1">
        <a:defRPr>
          <a:latin typeface="+mn-lt"/>
          <a:ea typeface="+mn-ea"/>
          <a:cs typeface="+mn-cs"/>
        </a:defRPr>
      </a:lvl6pPr>
      <a:lvl7pPr marL="3327285" eaLnBrk="1" hangingPunct="1">
        <a:defRPr>
          <a:latin typeface="+mn-lt"/>
          <a:ea typeface="+mn-ea"/>
          <a:cs typeface="+mn-cs"/>
        </a:defRPr>
      </a:lvl7pPr>
      <a:lvl8pPr marL="3881833" eaLnBrk="1" hangingPunct="1">
        <a:defRPr>
          <a:latin typeface="+mn-lt"/>
          <a:ea typeface="+mn-ea"/>
          <a:cs typeface="+mn-cs"/>
        </a:defRPr>
      </a:lvl8pPr>
      <a:lvl9pPr marL="443638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554548" eaLnBrk="1" hangingPunct="1">
        <a:defRPr>
          <a:latin typeface="+mn-lt"/>
          <a:ea typeface="+mn-ea"/>
          <a:cs typeface="+mn-cs"/>
        </a:defRPr>
      </a:lvl2pPr>
      <a:lvl3pPr marL="1109095" eaLnBrk="1" hangingPunct="1">
        <a:defRPr>
          <a:latin typeface="+mn-lt"/>
          <a:ea typeface="+mn-ea"/>
          <a:cs typeface="+mn-cs"/>
        </a:defRPr>
      </a:lvl3pPr>
      <a:lvl4pPr marL="1663643" eaLnBrk="1" hangingPunct="1">
        <a:defRPr>
          <a:latin typeface="+mn-lt"/>
          <a:ea typeface="+mn-ea"/>
          <a:cs typeface="+mn-cs"/>
        </a:defRPr>
      </a:lvl4pPr>
      <a:lvl5pPr marL="2218191" eaLnBrk="1" hangingPunct="1">
        <a:defRPr>
          <a:latin typeface="+mn-lt"/>
          <a:ea typeface="+mn-ea"/>
          <a:cs typeface="+mn-cs"/>
        </a:defRPr>
      </a:lvl5pPr>
      <a:lvl6pPr marL="2772739" eaLnBrk="1" hangingPunct="1">
        <a:defRPr>
          <a:latin typeface="+mn-lt"/>
          <a:ea typeface="+mn-ea"/>
          <a:cs typeface="+mn-cs"/>
        </a:defRPr>
      </a:lvl6pPr>
      <a:lvl7pPr marL="3327285" eaLnBrk="1" hangingPunct="1">
        <a:defRPr>
          <a:latin typeface="+mn-lt"/>
          <a:ea typeface="+mn-ea"/>
          <a:cs typeface="+mn-cs"/>
        </a:defRPr>
      </a:lvl7pPr>
      <a:lvl8pPr marL="3881833" eaLnBrk="1" hangingPunct="1">
        <a:defRPr>
          <a:latin typeface="+mn-lt"/>
          <a:ea typeface="+mn-ea"/>
          <a:cs typeface="+mn-cs"/>
        </a:defRPr>
      </a:lvl8pPr>
      <a:lvl9pPr marL="4436381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64F803-50CD-13D6-C83C-A4C027E6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00" y="6145200"/>
            <a:ext cx="21849600" cy="3625608"/>
          </a:xfrm>
        </p:spPr>
        <p:txBody>
          <a:bodyPr/>
          <a:lstStyle/>
          <a:p>
            <a:r>
              <a:rPr lang="pl-PL" sz="9600" b="1" dirty="0">
                <a:latin typeface="Trebuchet MS" pitchFamily="34" charset="0"/>
                <a:ea typeface="Verdana" pitchFamily="34" charset="0"/>
                <a:cs typeface="Verdana" pitchFamily="34" charset="0"/>
              </a:rPr>
              <a:t>Tytuł pracy inżynierskiej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9F3BE3-7387-A04D-B572-5CB6B0E8E2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0000" y="10908000"/>
            <a:ext cx="9601200" cy="1503938"/>
          </a:xfrm>
        </p:spPr>
        <p:txBody>
          <a:bodyPr/>
          <a:lstStyle/>
          <a:p>
            <a:r>
              <a:rPr lang="pl-PL" dirty="0"/>
              <a:t>Autor pracy:</a:t>
            </a:r>
          </a:p>
          <a:p>
            <a:r>
              <a:rPr lang="pl-PL" dirty="0"/>
              <a:t>Promotor: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8567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85F456-0532-CE27-77BD-D9DAE252C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7200" b="1" dirty="0">
                <a:latin typeface="Trebuchet MS" pitchFamily="34" charset="0"/>
              </a:rPr>
              <a:t>                           Cel pracy</a:t>
            </a: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AFED19C-B945-32E3-F443-E97805358B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Podać treść </a:t>
            </a:r>
            <a:r>
              <a:rPr lang="pl-PL" sz="3600" b="1" dirty="0">
                <a:latin typeface="Trebuchet MS" pitchFamily="34" charset="0"/>
              </a:rPr>
              <a:t>głównego celu pracy</a:t>
            </a:r>
            <a:r>
              <a:rPr lang="pl-PL" sz="3600" dirty="0">
                <a:latin typeface="Trebuchet MS" pitchFamily="34" charset="0"/>
              </a:rPr>
              <a:t> i/lub</a:t>
            </a:r>
          </a:p>
          <a:p>
            <a:pPr marL="0" indent="0">
              <a:buNone/>
            </a:pPr>
            <a:endParaRPr lang="pl-PL" sz="3600" dirty="0">
              <a:latin typeface="Trebuchet MS" pitchFamily="34" charset="0"/>
            </a:endParaRPr>
          </a:p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Podać treść problemu badawczego i/lub</a:t>
            </a:r>
          </a:p>
          <a:p>
            <a:pPr marL="0" indent="0">
              <a:buNone/>
            </a:pPr>
            <a:endParaRPr lang="pl-PL" sz="3600" dirty="0">
              <a:latin typeface="Trebuchet MS" pitchFamily="34" charset="0"/>
            </a:endParaRPr>
          </a:p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Podać treść założeń projektu inżynierskiego 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807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4351D8-F1E4-F259-8C46-A688922C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7200" b="1" dirty="0">
                <a:latin typeface="Trebuchet MS" pitchFamily="34" charset="0"/>
              </a:rPr>
              <a:t>Wykorzystane środowiska/technologie/ metody badawcze (</a:t>
            </a:r>
            <a:r>
              <a:rPr lang="pl-PL" sz="7200" u="sng" dirty="0">
                <a:latin typeface="Trebuchet MS" pitchFamily="34" charset="0"/>
              </a:rPr>
              <a:t>wybrać jedną z opcji</a:t>
            </a:r>
            <a:r>
              <a:rPr lang="pl-PL" sz="7200" b="1" dirty="0">
                <a:latin typeface="Trebuchet MS" pitchFamily="34" charset="0"/>
              </a:rPr>
              <a:t>)</a:t>
            </a: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57E4F9E-C82B-136C-F04C-1EF6451715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Tu należy wymienić hasłowo jakie modele/technologie/narzędzia/metody badawcze zostały zastosowane przy realizacji pracy – słownie je krótko omówić i uzasadnić ich wybór (czy była realizowana analiza porównawcza przy ich wyborze) – max 2 slajdy jeżeli nie zmieści się na jednym</a:t>
            </a:r>
            <a:endParaRPr lang="pl-PL" sz="3600" dirty="0">
              <a:solidFill>
                <a:schemeClr val="bg1">
                  <a:lumMod val="50000"/>
                </a:schemeClr>
              </a:solidFill>
              <a:latin typeface="Trebuchet MS" pitchFamily="34" charset="0"/>
            </a:endParaRP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888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42FDE4-082B-7A1C-CFF1-32958740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7200" b="1" dirty="0">
                <a:latin typeface="Trebuchet MS" pitchFamily="34" charset="0"/>
              </a:rPr>
              <a:t>             Rozwiązanie/wyniki</a:t>
            </a: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F0452C2-4E8E-1F58-DE67-88BEB40708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Tu należy hasłowo lub graficznie przedstawić główne kroki dojścia do rozwiązania problemu pracy/ hasłowo wymienić wyniki (nie piszemy dużej ilości tekstu, wszystko omawiamy) – max 2 slajdy jeżeli nie zmieści się na jednym</a:t>
            </a:r>
            <a:endParaRPr lang="pl-PL" sz="3600" dirty="0">
              <a:solidFill>
                <a:schemeClr val="bg1">
                  <a:lumMod val="50000"/>
                </a:schemeClr>
              </a:solidFill>
              <a:latin typeface="Trebuchet MS" pitchFamily="34" charset="0"/>
            </a:endParaRP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5229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3FCB5B-AEB3-4E72-E1F5-9037A498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7200" b="1" dirty="0">
                <a:latin typeface="Trebuchet MS" pitchFamily="34" charset="0"/>
              </a:rPr>
              <a:t>                  Wnioski/uwagi </a:t>
            </a: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B3C9DFE-46BF-2245-DC20-313F8FE7DC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3600" dirty="0">
                <a:latin typeface="Trebuchet MS" pitchFamily="34" charset="0"/>
              </a:rPr>
              <a:t>Tu przedstawiamy hasłowo wnioski/uwagi do zrealizowanej pracy – tylko 1 slajd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83329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6A1214A-40DE-1C10-89FA-00E615477C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3600" b="1" dirty="0">
                <a:latin typeface="Trebuchet MS" pitchFamily="34" charset="0"/>
              </a:rPr>
              <a:t>								</a:t>
            </a:r>
          </a:p>
          <a:p>
            <a:pPr marL="0" indent="0">
              <a:buNone/>
            </a:pPr>
            <a:r>
              <a:rPr lang="pl-PL" b="1" dirty="0">
                <a:latin typeface="Trebuchet MS" pitchFamily="34" charset="0"/>
              </a:rPr>
              <a:t>								</a:t>
            </a:r>
            <a:r>
              <a:rPr lang="pl-PL" sz="3600" b="1" dirty="0">
                <a:latin typeface="Trebuchet MS" pitchFamily="34" charset="0"/>
              </a:rPr>
              <a:t>Dziękuję za uwagę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896755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141E50"/>
      </a:dk1>
      <a:lt1>
        <a:srgbClr val="FFFFFF"/>
      </a:lt1>
      <a:dk2>
        <a:srgbClr val="141E50"/>
      </a:dk2>
      <a:lt2>
        <a:srgbClr val="FFFFFF"/>
      </a:lt2>
      <a:accent1>
        <a:srgbClr val="006EFA"/>
      </a:accent1>
      <a:accent2>
        <a:srgbClr val="23BEFF"/>
      </a:accent2>
      <a:accent3>
        <a:srgbClr val="91DEFF"/>
      </a:accent3>
      <a:accent4>
        <a:srgbClr val="78C81E"/>
      </a:accent4>
      <a:accent5>
        <a:srgbClr val="FFA500"/>
      </a:accent5>
      <a:accent6>
        <a:srgbClr val="EB285A"/>
      </a:accent6>
      <a:hlink>
        <a:srgbClr val="0000FF"/>
      </a:hlink>
      <a:folHlink>
        <a:srgbClr val="800080"/>
      </a:folHlink>
    </a:clrScheme>
    <a:fontScheme name="MERITO-Fonty_PPT">
      <a:majorFont>
        <a:latin typeface="Inter Black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3" id="{B9C0D340-F721-BE45-84B9-17217037A6B8}" vid="{BA4F79A4-0972-C740-95A3-249285EBB0C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095EA64B61374C8CB888BB294B3785" ma:contentTypeVersion="16" ma:contentTypeDescription="Utwórz nowy dokument." ma:contentTypeScope="" ma:versionID="1c92dde80af776779be3d548c9c537c6">
  <xsd:schema xmlns:xsd="http://www.w3.org/2001/XMLSchema" xmlns:xs="http://www.w3.org/2001/XMLSchema" xmlns:p="http://schemas.microsoft.com/office/2006/metadata/properties" xmlns:ns2="4670c35f-befa-4748-a295-ef6c9df978f0" xmlns:ns3="dcac77ec-de52-48d0-8592-7640a3359379" targetNamespace="http://schemas.microsoft.com/office/2006/metadata/properties" ma:root="true" ma:fieldsID="cae5fc1a35cd9bd0c27a3a26507de21a" ns2:_="" ns3:_="">
    <xsd:import namespace="4670c35f-befa-4748-a295-ef6c9df978f0"/>
    <xsd:import namespace="dcac77ec-de52-48d0-8592-7640a33593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_ModernAudienceTargetUserField" minOccurs="0"/>
                <xsd:element ref="ns2:_ModernAudienceAadObjectI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70c35f-befa-4748-a295-ef6c9df978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ModernAudienceTargetUserField" ma:index="21" nillable="true" ma:displayName="Odbiorcy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22" nillable="true" ma:displayName="Identyfikatory_odbiorców" ma:list="{92cb7846-9037-4ab4-a414-f5d499c81dfe}" ma:internalName="_ModernAudienceAadObjectIds" ma:readOnly="true" ma:showField="_AadObjectIdForUser" ma:web="dcac77ec-de52-48d0-8592-7640a33593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ac77ec-de52-48d0-8592-7640a33593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e3a768e-3c0e-4067-97a0-ec292708ffa1}" ma:internalName="TaxCatchAll" ma:showField="CatchAllData" ma:web="dcac77ec-de52-48d0-8592-7640a33593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ac77ec-de52-48d0-8592-7640a3359379" xsi:nil="true"/>
    <_ModernAudienceTargetUserField xmlns="4670c35f-befa-4748-a295-ef6c9df978f0">
      <UserInfo>
        <DisplayName/>
        <AccountId xsi:nil="true"/>
        <AccountType/>
      </UserInfo>
    </_ModernAudienceTargetUserField>
    <lcf76f155ced4ddcb4097134ff3c332f xmlns="4670c35f-befa-4748-a295-ef6c9df978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C65C730-CF7C-426B-9FDB-0B433D699D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5383E3-82C9-4E02-967E-C2BF8108A9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70c35f-befa-4748-a295-ef6c9df978f0"/>
    <ds:schemaRef ds:uri="dcac77ec-de52-48d0-8592-7640a33593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455496-E7B8-4A50-8228-4E695B7B2DF0}">
  <ds:schemaRefs>
    <ds:schemaRef ds:uri="http://schemas.microsoft.com/office/2006/metadata/properties"/>
    <ds:schemaRef ds:uri="http://schemas.microsoft.com/office/infopath/2007/PartnerControls"/>
    <ds:schemaRef ds:uri="dcac77ec-de52-48d0-8592-7640a3359379"/>
    <ds:schemaRef ds:uri="4670c35f-befa-4748-a295-ef6c9df978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17</TotalTime>
  <Words>168</Words>
  <Application>Microsoft Office PowerPoint</Application>
  <PresentationFormat>Niestandardowy</PresentationFormat>
  <Paragraphs>17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3" baseType="lpstr">
      <vt:lpstr>Inter Black</vt:lpstr>
      <vt:lpstr>Wingdings</vt:lpstr>
      <vt:lpstr>Inter Medium</vt:lpstr>
      <vt:lpstr>Inter</vt:lpstr>
      <vt:lpstr>Calibri</vt:lpstr>
      <vt:lpstr>Trebuchet MS</vt:lpstr>
      <vt:lpstr>1_Office Theme</vt:lpstr>
      <vt:lpstr>Tytuł pracy inżynierskiej</vt:lpstr>
      <vt:lpstr>                           Cel pracy</vt:lpstr>
      <vt:lpstr>Wykorzystane środowiska/technologie/ metody badawcze (wybrać jedną z opcji)</vt:lpstr>
      <vt:lpstr>             Rozwiązanie/wyniki</vt:lpstr>
      <vt:lpstr>                  Wnioski/uwagi 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Nowe layouty i strony internetowe</dc:title>
  <dc:creator>Anna Czarkowska</dc:creator>
  <cp:keywords>CENTRUM ROZWOJU SZKÓŁ WYŻSZYCH MERITO</cp:keywords>
  <cp:lastModifiedBy>Aleksandra Bartosz</cp:lastModifiedBy>
  <cp:revision>3</cp:revision>
  <dcterms:created xsi:type="dcterms:W3CDTF">2023-12-15T13:42:24Z</dcterms:created>
  <dcterms:modified xsi:type="dcterms:W3CDTF">2024-01-04T07:08:45Z</dcterms:modified>
  <cp:version>26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2023-09-01T00:00:00Z</vt:filetime>
  </property>
  <property fmtid="{D5CDD505-2E9C-101B-9397-08002B2CF9AE}" pid="3" name="Creator">
    <vt:lpwstr>Adobe Illustrator 27.2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2023-09-06T00:00:00Z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0x010100EF095EA64B61374C8CB888BB294B3785</vt:lpwstr>
  </property>
</Properties>
</file>